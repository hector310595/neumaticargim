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5484" y="2571381"/>
            <a:ext cx="4143972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4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31" name="Google Shape;31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5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7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8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0" name="Google Shape;6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8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0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8" name="Google Shape;68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0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5183188" y="987426"/>
            <a:ext cx="6172200" cy="454130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39788" y="2057400"/>
            <a:ext cx="3932237" cy="355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77" name="Google Shape;77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1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2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85" name="Google Shape;85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2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52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xxxxxxxxxxx</a:t>
            </a:r>
            <a:endParaRPr/>
          </a:p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800">
              <a:solidFill>
                <a:srgbClr val="5959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s-ES"/>
              <a:t>Para editar el pie de página: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Ingresa al menú “Vista”.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Selecciona “Patrón de diapositivas”.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Ahí puedes editar los colores del círculo y el título de la presentación.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1312125" y="4016425"/>
            <a:ext cx="721200" cy="1249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DED"/>
          </a:solidFill>
          <a:ln cap="flat" cmpd="sng" w="9525">
            <a:solidFill>
              <a:srgbClr val="042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2841DD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